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4B6B1-1C0B-45B1-9879-950454994314}" v="3" dt="2026-07-28T02:31:09.229"/>
    <p1510:client id="{B612035D-A034-45A1-B62C-D03CF7F85174}" v="3" dt="2026-07-28T02:14:49.551"/>
    <p1510:client id="{F087633A-CAF0-4583-8797-B1017E77171F}" v="4" dt="2026-07-28T02:17:01.232"/>
    <p1510:client id="{F7DD22F3-A868-4768-ACAA-EDDA37130527}" v="306" dt="2026-07-28T02:49:58.56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 pavithra" userId="93b0edab15067c41" providerId="Windows Live" clId="Web-{F7DD22F3-A868-4768-ACAA-EDDA37130527}"/>
    <pc:docChg chg="modSld">
      <pc:chgData name="pavi pavithra" userId="93b0edab15067c41" providerId="Windows Live" clId="Web-{F7DD22F3-A868-4768-ACAA-EDDA37130527}" dt="2026-07-28T02:49:46.639" v="159" actId="20577"/>
      <pc:docMkLst>
        <pc:docMk/>
      </pc:docMkLst>
      <pc:sldChg chg="modSp">
        <pc:chgData name="pavi pavithra" userId="93b0edab15067c41" providerId="Windows Live" clId="Web-{F7DD22F3-A868-4768-ACAA-EDDA37130527}" dt="2026-07-28T02:41:08.638" v="46" actId="20577"/>
        <pc:sldMkLst>
          <pc:docMk/>
          <pc:sldMk cId="0" sldId="257"/>
        </pc:sldMkLst>
        <pc:spChg chg="mod">
          <ac:chgData name="pavi pavithra" userId="93b0edab15067c41" providerId="Windows Live" clId="Web-{F7DD22F3-A868-4768-ACAA-EDDA37130527}" dt="2026-07-28T02:41:08.638" v="46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">
        <pc:chgData name="pavi pavithra" userId="93b0edab15067c41" providerId="Windows Live" clId="Web-{F7DD22F3-A868-4768-ACAA-EDDA37130527}" dt="2026-07-28T02:33:52.293" v="3" actId="14100"/>
        <pc:sldMkLst>
          <pc:docMk/>
          <pc:sldMk cId="0" sldId="259"/>
        </pc:sldMkLst>
        <pc:picChg chg="add mod">
          <ac:chgData name="pavi pavithra" userId="93b0edab15067c41" providerId="Windows Live" clId="Web-{F7DD22F3-A868-4768-ACAA-EDDA37130527}" dt="2026-07-28T02:33:52.293" v="3" actId="14100"/>
          <ac:picMkLst>
            <pc:docMk/>
            <pc:sldMk cId="0" sldId="259"/>
            <ac:picMk id="3" creationId="{80AC3439-3844-1961-2C79-CEB4DCB05689}"/>
          </ac:picMkLst>
        </pc:picChg>
      </pc:sldChg>
      <pc:sldChg chg="modSp">
        <pc:chgData name="pavi pavithra" userId="93b0edab15067c41" providerId="Windows Live" clId="Web-{F7DD22F3-A868-4768-ACAA-EDDA37130527}" dt="2026-07-28T02:41:29.044" v="47" actId="20577"/>
        <pc:sldMkLst>
          <pc:docMk/>
          <pc:sldMk cId="0" sldId="261"/>
        </pc:sldMkLst>
        <pc:spChg chg="mod">
          <ac:chgData name="pavi pavithra" userId="93b0edab15067c41" providerId="Windows Live" clId="Web-{F7DD22F3-A868-4768-ACAA-EDDA37130527}" dt="2026-07-28T02:41:29.044" v="47" actId="20577"/>
          <ac:spMkLst>
            <pc:docMk/>
            <pc:sldMk cId="0" sldId="261"/>
            <ac:spMk id="6" creationId="{00000000-0000-0000-0000-000000000000}"/>
          </ac:spMkLst>
        </pc:spChg>
      </pc:sldChg>
      <pc:sldChg chg="addSp delSp modSp">
        <pc:chgData name="pavi pavithra" userId="93b0edab15067c41" providerId="Windows Live" clId="Web-{F7DD22F3-A868-4768-ACAA-EDDA37130527}" dt="2026-07-28T02:42:10.200" v="50" actId="20577"/>
        <pc:sldMkLst>
          <pc:docMk/>
          <pc:sldMk cId="0" sldId="263"/>
        </pc:sldMkLst>
        <pc:spChg chg="mod">
          <ac:chgData name="pavi pavithra" userId="93b0edab15067c41" providerId="Windows Live" clId="Web-{F7DD22F3-A868-4768-ACAA-EDDA37130527}" dt="2026-07-28T02:36:58.153" v="25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pavi pavithra" userId="93b0edab15067c41" providerId="Windows Live" clId="Web-{F7DD22F3-A868-4768-ACAA-EDDA37130527}" dt="2026-07-28T02:42:10.200" v="50" actId="20577"/>
          <ac:spMkLst>
            <pc:docMk/>
            <pc:sldMk cId="0" sldId="263"/>
            <ac:spMk id="5" creationId="{00000000-0000-0000-0000-000000000000}"/>
          </ac:spMkLst>
        </pc:spChg>
        <pc:spChg chg="add del mod">
          <ac:chgData name="pavi pavithra" userId="93b0edab15067c41" providerId="Windows Live" clId="Web-{F7DD22F3-A868-4768-ACAA-EDDA37130527}" dt="2026-07-28T02:38:56.434" v="43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pavi pavithra" userId="93b0edab15067c41" providerId="Windows Live" clId="Web-{F7DD22F3-A868-4768-ACAA-EDDA37130527}" dt="2026-07-28T02:36:38.793" v="23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pavi pavithra" userId="93b0edab15067c41" providerId="Windows Live" clId="Web-{F7DD22F3-A868-4768-ACAA-EDDA37130527}" dt="2026-07-28T02:36:19.825" v="21" actId="20577"/>
          <ac:spMkLst>
            <pc:docMk/>
            <pc:sldMk cId="0" sldId="263"/>
            <ac:spMk id="9" creationId="{00000000-0000-0000-0000-000000000000}"/>
          </ac:spMkLst>
        </pc:spChg>
      </pc:sldChg>
      <pc:sldChg chg="modSp">
        <pc:chgData name="pavi pavithra" userId="93b0edab15067c41" providerId="Windows Live" clId="Web-{F7DD22F3-A868-4768-ACAA-EDDA37130527}" dt="2026-07-28T02:49:46.639" v="159" actId="20577"/>
        <pc:sldMkLst>
          <pc:docMk/>
          <pc:sldMk cId="0" sldId="264"/>
        </pc:sldMkLst>
        <pc:spChg chg="mod">
          <ac:chgData name="pavi pavithra" userId="93b0edab15067c41" providerId="Windows Live" clId="Web-{F7DD22F3-A868-4768-ACAA-EDDA37130527}" dt="2026-07-28T02:49:46.639" v="159" actId="20577"/>
          <ac:spMkLst>
            <pc:docMk/>
            <pc:sldMk cId="0" sldId="264"/>
            <ac:spMk id="6" creationId="{00000000-0000-0000-0000-000000000000}"/>
          </ac:spMkLst>
        </pc:spChg>
      </pc:sldChg>
    </pc:docChg>
  </pc:docChgLst>
  <pc:docChgLst>
    <pc:chgData name="pavi pavithra" userId="93b0edab15067c41" providerId="Windows Live" clId="Web-{F087633A-CAF0-4583-8797-B1017E77171F}"/>
    <pc:docChg chg="modSld">
      <pc:chgData name="pavi pavithra" userId="93b0edab15067c41" providerId="Windows Live" clId="Web-{F087633A-CAF0-4583-8797-B1017E77171F}" dt="2026-07-28T02:17:01.232" v="3"/>
      <pc:docMkLst>
        <pc:docMk/>
      </pc:docMkLst>
      <pc:sldChg chg="addSp delSp">
        <pc:chgData name="pavi pavithra" userId="93b0edab15067c41" providerId="Windows Live" clId="Web-{F087633A-CAF0-4583-8797-B1017E77171F}" dt="2026-07-28T02:17:01.232" v="3"/>
        <pc:sldMkLst>
          <pc:docMk/>
          <pc:sldMk cId="0" sldId="256"/>
        </pc:sldMkLst>
        <pc:spChg chg="add del">
          <ac:chgData name="pavi pavithra" userId="93b0edab15067c41" providerId="Windows Live" clId="Web-{F087633A-CAF0-4583-8797-B1017E77171F}" dt="2026-07-28T02:17:01.232" v="3"/>
          <ac:spMkLst>
            <pc:docMk/>
            <pc:sldMk cId="0" sldId="256"/>
            <ac:spMk id="8" creationId="{CF72074F-3AE4-B33D-304B-44E5C3EEED2A}"/>
          </ac:spMkLst>
        </pc:spChg>
      </pc:sldChg>
    </pc:docChg>
  </pc:docChgLst>
  <pc:docChgLst>
    <pc:chgData name="pavi pavithra" userId="93b0edab15067c41" providerId="Windows Live" clId="Web-{24A4B6B1-1C0B-45B1-9879-950454994314}"/>
    <pc:docChg chg="modSld">
      <pc:chgData name="pavi pavithra" userId="93b0edab15067c41" providerId="Windows Live" clId="Web-{24A4B6B1-1C0B-45B1-9879-950454994314}" dt="2026-07-28T02:31:09.229" v="2"/>
      <pc:docMkLst>
        <pc:docMk/>
      </pc:docMkLst>
      <pc:sldChg chg="addSp delSp modSp">
        <pc:chgData name="pavi pavithra" userId="93b0edab15067c41" providerId="Windows Live" clId="Web-{24A4B6B1-1C0B-45B1-9879-950454994314}" dt="2026-07-28T02:31:09.229" v="2"/>
        <pc:sldMkLst>
          <pc:docMk/>
          <pc:sldMk cId="0" sldId="259"/>
        </pc:sldMkLst>
        <pc:grpChg chg="del">
          <ac:chgData name="pavi pavithra" userId="93b0edab15067c41" providerId="Windows Live" clId="Web-{24A4B6B1-1C0B-45B1-9879-950454994314}" dt="2026-07-28T02:30:55.698" v="1"/>
          <ac:grpSpMkLst>
            <pc:docMk/>
            <pc:sldMk cId="0" sldId="259"/>
            <ac:grpSpMk id="3" creationId="{00000000-0000-0000-0000-000000000000}"/>
          </ac:grpSpMkLst>
        </pc:grpChg>
        <pc:picChg chg="topLvl">
          <ac:chgData name="pavi pavithra" userId="93b0edab15067c41" providerId="Windows Live" clId="Web-{24A4B6B1-1C0B-45B1-9879-950454994314}" dt="2026-07-28T02:30:55.698" v="1"/>
          <ac:picMkLst>
            <pc:docMk/>
            <pc:sldMk cId="0" sldId="259"/>
            <ac:picMk id="4" creationId="{00000000-0000-0000-0000-000000000000}"/>
          </ac:picMkLst>
        </pc:picChg>
        <pc:picChg chg="del topLvl">
          <ac:chgData name="pavi pavithra" userId="93b0edab15067c41" providerId="Windows Live" clId="Web-{24A4B6B1-1C0B-45B1-9879-950454994314}" dt="2026-07-28T02:30:55.698" v="1"/>
          <ac:picMkLst>
            <pc:docMk/>
            <pc:sldMk cId="0" sldId="259"/>
            <ac:picMk id="5" creationId="{00000000-0000-0000-0000-000000000000}"/>
          </ac:picMkLst>
        </pc:picChg>
        <pc:picChg chg="add del mod">
          <ac:chgData name="pavi pavithra" userId="93b0edab15067c41" providerId="Windows Live" clId="Web-{24A4B6B1-1C0B-45B1-9879-950454994314}" dt="2026-07-28T02:31:09.229" v="2"/>
          <ac:picMkLst>
            <pc:docMk/>
            <pc:sldMk cId="0" sldId="259"/>
            <ac:picMk id="6" creationId="{4D52D1AF-8D86-EFC3-12DD-86BBE0A044B3}"/>
          </ac:picMkLst>
        </pc:picChg>
      </pc:sldChg>
    </pc:docChg>
  </pc:docChgLst>
  <pc:docChgLst>
    <pc:chgData name="pavi pavithra" userId="93b0edab15067c41" providerId="LiveId" clId="{137A85C3-F836-44D2-8475-4E2B0D06BA4A}"/>
    <pc:docChg chg="undo redo custSel modSld">
      <pc:chgData name="pavi pavithra" userId="93b0edab15067c41" providerId="LiveId" clId="{137A85C3-F836-44D2-8475-4E2B0D06BA4A}" dt="2026-07-28T02:15:06.376" v="8"/>
      <pc:docMkLst>
        <pc:docMk/>
      </pc:docMkLst>
      <pc:sldChg chg="addSp delSp modSp mod">
        <pc:chgData name="pavi pavithra" userId="93b0edab15067c41" providerId="LiveId" clId="{137A85C3-F836-44D2-8475-4E2B0D06BA4A}" dt="2026-07-28T02:15:06.376" v="8"/>
        <pc:sldMkLst>
          <pc:docMk/>
          <pc:sldMk cId="0" sldId="256"/>
        </pc:sldMkLst>
        <pc:spChg chg="add mod">
          <ac:chgData name="pavi pavithra" userId="93b0edab15067c41" providerId="LiveId" clId="{137A85C3-F836-44D2-8475-4E2B0D06BA4A}" dt="2026-07-28T02:14:29.442" v="3" actId="767"/>
          <ac:spMkLst>
            <pc:docMk/>
            <pc:sldMk cId="0" sldId="256"/>
            <ac:spMk id="8" creationId="{C8F137FB-6CD3-F080-E559-9D209C90B95E}"/>
          </ac:spMkLst>
        </pc:spChg>
        <pc:spChg chg="add del mod">
          <ac:chgData name="pavi pavithra" userId="93b0edab15067c41" providerId="LiveId" clId="{137A85C3-F836-44D2-8475-4E2B0D06BA4A}" dt="2026-07-28T02:15:06.376" v="8"/>
          <ac:spMkLst>
            <pc:docMk/>
            <pc:sldMk cId="0" sldId="256"/>
            <ac:spMk id="9" creationId="{5D118A32-5D24-C9EF-0902-4A46A0F59FE7}"/>
          </ac:spMkLst>
        </pc:spChg>
        <pc:grpChg chg="mod">
          <ac:chgData name="pavi pavithra" userId="93b0edab15067c41" providerId="LiveId" clId="{137A85C3-F836-44D2-8475-4E2B0D06BA4A}" dt="2026-07-28T02:14:39.604" v="5" actId="1076"/>
          <ac:grpSpMkLst>
            <pc:docMk/>
            <pc:sldMk cId="0" sldId="256"/>
            <ac:grpSpMk id="2" creationId="{00000000-0000-0000-0000-000000000000}"/>
          </ac:grpSpMkLst>
        </pc:grpChg>
        <pc:picChg chg="mod">
          <ac:chgData name="pavi pavithra" userId="93b0edab15067c41" providerId="LiveId" clId="{137A85C3-F836-44D2-8475-4E2B0D06BA4A}" dt="2026-07-28T02:13:35.337" v="2" actId="1076"/>
          <ac:picMkLst>
            <pc:docMk/>
            <pc:sldMk cId="0" sldId="256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96" y="0"/>
            <a:ext cx="2562224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5286" y="400674"/>
            <a:ext cx="6359517" cy="941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6554" y="2420209"/>
            <a:ext cx="9104630" cy="3151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896" y="0"/>
            <a:ext cx="4721860" cy="6858000"/>
            <a:chOff x="88896" y="0"/>
            <a:chExt cx="47218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595" y="1300295"/>
              <a:ext cx="3438540" cy="47208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96" y="0"/>
              <a:ext cx="2562224" cy="6857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33720" y="2613522"/>
            <a:ext cx="2992120" cy="193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301625" algn="ctr">
              <a:lnSpc>
                <a:spcPct val="116500"/>
              </a:lnSpc>
              <a:spcBef>
                <a:spcPts val="100"/>
              </a:spcBef>
            </a:pPr>
            <a:r>
              <a:rPr sz="2150" dirty="0">
                <a:latin typeface="Arial"/>
                <a:cs typeface="Arial"/>
              </a:rPr>
              <a:t>AI</a:t>
            </a:r>
            <a:r>
              <a:rPr sz="2150" spc="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-</a:t>
            </a:r>
            <a:r>
              <a:rPr sz="2150" spc="1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BASED</a:t>
            </a:r>
            <a:r>
              <a:rPr sz="2150" spc="53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HYBRID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DRIVER </a:t>
            </a:r>
            <a:r>
              <a:rPr sz="2150" dirty="0">
                <a:latin typeface="Arial"/>
                <a:cs typeface="Arial"/>
              </a:rPr>
              <a:t>DROWSINESS</a:t>
            </a:r>
            <a:r>
              <a:rPr sz="2150" spc="-8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AND </a:t>
            </a:r>
            <a:r>
              <a:rPr sz="2150" spc="-10" dirty="0">
                <a:latin typeface="Arial"/>
                <a:cs typeface="Arial"/>
              </a:rPr>
              <a:t>SAFETY</a:t>
            </a:r>
            <a:endParaRPr sz="21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2150" dirty="0">
                <a:latin typeface="Arial"/>
                <a:cs typeface="Arial"/>
              </a:rPr>
              <a:t>MONITORING</a:t>
            </a:r>
            <a:r>
              <a:rPr sz="2150" spc="-14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SYSTEM</a:t>
            </a:r>
            <a:endParaRPr sz="21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5401" y="413365"/>
            <a:ext cx="7086599" cy="60673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349085" y="6480747"/>
            <a:ext cx="927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422" y="0"/>
            <a:ext cx="5143499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11901" y="2335291"/>
            <a:ext cx="267843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85" dirty="0">
                <a:latin typeface="Calibri"/>
                <a:cs typeface="Calibri"/>
              </a:rPr>
              <a:t>INTRODUCTION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3296" y="781904"/>
            <a:ext cx="7512684" cy="579755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marR="628650" indent="149225">
              <a:lnSpc>
                <a:spcPct val="100000"/>
              </a:lnSpc>
              <a:spcBef>
                <a:spcPts val="125"/>
              </a:spcBef>
              <a:buFont typeface="Calibri"/>
              <a:buChar char="•"/>
              <a:tabLst>
                <a:tab pos="161925" algn="l"/>
              </a:tabLst>
            </a:pPr>
            <a:r>
              <a:rPr sz="2000" dirty="0">
                <a:latin typeface="Calibri"/>
                <a:cs typeface="Calibri"/>
              </a:rPr>
              <a:t>Driver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spc="55" dirty="0">
                <a:latin typeface="Calibri"/>
                <a:cs typeface="Calibri"/>
              </a:rPr>
              <a:t>drowsiness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causes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road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50" dirty="0">
                <a:latin typeface="Calibri"/>
                <a:cs typeface="Calibri"/>
              </a:rPr>
              <a:t>accidents </a:t>
            </a:r>
            <a:r>
              <a:rPr sz="2000" dirty="0" err="1">
                <a:latin typeface="Calibri"/>
                <a:cs typeface="Calibri"/>
              </a:rPr>
              <a:t>world</a:t>
            </a:r>
            <a:r>
              <a:rPr sz="2000" spc="15" dirty="0" err="1">
                <a:latin typeface="Calibri"/>
                <a:cs typeface="Calibri"/>
              </a:rPr>
              <a:t> </a:t>
            </a:r>
            <a:r>
              <a:rPr sz="2000" dirty="0" err="1">
                <a:latin typeface="Calibri"/>
                <a:cs typeface="Calibri"/>
              </a:rPr>
              <a:t>wide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 marR="518159" lvl="1" indent="205104">
              <a:lnSpc>
                <a:spcPct val="100000"/>
              </a:lnSpc>
              <a:spcBef>
                <a:spcPts val="2400"/>
              </a:spcBef>
              <a:buChar char="•"/>
              <a:tabLst>
                <a:tab pos="217804" algn="l"/>
              </a:tabLst>
            </a:pPr>
            <a:r>
              <a:rPr sz="2000" spc="-10" dirty="0">
                <a:latin typeface="Calibri"/>
                <a:cs typeface="Calibri"/>
              </a:rPr>
              <a:t>When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driver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becomes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tired</a:t>
            </a:r>
            <a:r>
              <a:rPr sz="2000" b="1" spc="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50" dirty="0">
                <a:latin typeface="Calibri"/>
                <a:cs typeface="Calibri"/>
              </a:rPr>
              <a:t> sleepy</a:t>
            </a:r>
            <a:r>
              <a:rPr sz="2000" spc="50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reaction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slows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attention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decreases</a:t>
            </a:r>
            <a:endParaRPr sz="2000">
              <a:latin typeface="Calibri"/>
              <a:cs typeface="Calibri"/>
            </a:endParaRPr>
          </a:p>
          <a:p>
            <a:pPr marL="209550" lvl="1" indent="-149225">
              <a:lnSpc>
                <a:spcPct val="100000"/>
              </a:lnSpc>
              <a:spcBef>
                <a:spcPts val="2280"/>
              </a:spcBef>
              <a:buFont typeface="Calibri"/>
              <a:buChar char="•"/>
              <a:tabLst>
                <a:tab pos="209550" algn="l"/>
              </a:tabLst>
            </a:pPr>
            <a:r>
              <a:rPr sz="2000" b="1" spc="75" dirty="0">
                <a:latin typeface="Calibri"/>
                <a:cs typeface="Calibri"/>
              </a:rPr>
              <a:t>Early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detection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fatigue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important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improve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road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safety.</a:t>
            </a:r>
            <a:endParaRPr sz="2000">
              <a:latin typeface="Calibri"/>
              <a:cs typeface="Calibri"/>
            </a:endParaRPr>
          </a:p>
          <a:p>
            <a:pPr marL="12700" marR="254000" lvl="1" indent="205104">
              <a:lnSpc>
                <a:spcPct val="100000"/>
              </a:lnSpc>
              <a:spcBef>
                <a:spcPts val="2325"/>
              </a:spcBef>
              <a:buChar char="•"/>
              <a:tabLst>
                <a:tab pos="217804" algn="l"/>
              </a:tabLst>
            </a:pPr>
            <a:r>
              <a:rPr sz="2000" spc="55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drowsiness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systems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computer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vision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and </a:t>
            </a:r>
            <a:r>
              <a:rPr sz="2000" b="1" spc="95" dirty="0">
                <a:latin typeface="Calibri"/>
                <a:cs typeface="Calibri"/>
              </a:rPr>
              <a:t>machine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65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 marR="5080" lvl="1" indent="196850">
              <a:lnSpc>
                <a:spcPct val="100000"/>
              </a:lnSpc>
              <a:spcBef>
                <a:spcPts val="1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camera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monitors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facial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features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as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eye</a:t>
            </a:r>
            <a:r>
              <a:rPr sz="2000" b="1" spc="75" dirty="0">
                <a:latin typeface="Calibri"/>
                <a:cs typeface="Calibri"/>
              </a:rPr>
              <a:t> </a:t>
            </a:r>
            <a:r>
              <a:rPr sz="2000" b="1" spc="55" dirty="0">
                <a:latin typeface="Calibri"/>
                <a:cs typeface="Calibri"/>
              </a:rPr>
              <a:t>blinking,</a:t>
            </a:r>
            <a:r>
              <a:rPr sz="2000" b="1" spc="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eye</a:t>
            </a:r>
            <a:r>
              <a:rPr sz="2000" b="1" spc="70" dirty="0">
                <a:latin typeface="Calibri"/>
                <a:cs typeface="Calibri"/>
              </a:rPr>
              <a:t> </a:t>
            </a:r>
            <a:r>
              <a:rPr sz="2000" b="1" spc="40" dirty="0">
                <a:latin typeface="Calibri"/>
                <a:cs typeface="Calibri"/>
              </a:rPr>
              <a:t>closure, </a:t>
            </a:r>
            <a:r>
              <a:rPr sz="2000" b="1" spc="105" dirty="0">
                <a:latin typeface="Calibri"/>
                <a:cs typeface="Calibri"/>
              </a:rPr>
              <a:t>and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70" dirty="0">
                <a:latin typeface="Calibri"/>
                <a:cs typeface="Calibri"/>
              </a:rPr>
              <a:t>yawning</a:t>
            </a:r>
            <a:r>
              <a:rPr sz="2000" spc="7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 marR="952500" lvl="1" indent="204470">
              <a:lnSpc>
                <a:spcPct val="100000"/>
              </a:lnSpc>
              <a:spcBef>
                <a:spcPts val="2395"/>
              </a:spcBef>
              <a:buChar char="•"/>
              <a:tabLst>
                <a:tab pos="217804" algn="l"/>
              </a:tabLst>
            </a:pPr>
            <a:r>
              <a:rPr sz="2000" dirty="0">
                <a:latin typeface="Calibri"/>
                <a:cs typeface="Calibri"/>
              </a:rPr>
              <a:t>Tools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OpenCV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b="1" dirty="0" err="1">
                <a:latin typeface="Calibri"/>
                <a:cs typeface="Calibri"/>
              </a:rPr>
              <a:t>Dlib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facial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landmarks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eye </a:t>
            </a:r>
            <a:r>
              <a:rPr lang="en-US" sz="2000" dirty="0">
                <a:latin typeface="Calibri"/>
                <a:cs typeface="Calibri"/>
              </a:rPr>
              <a:t>moveme</a:t>
            </a:r>
            <a:r>
              <a:rPr sz="2000" spc="-20" dirty="0">
                <a:latin typeface="Calibri"/>
                <a:cs typeface="Calibri"/>
              </a:rPr>
              <a:t>nts.</a:t>
            </a:r>
            <a:endParaRPr sz="2000" dirty="0">
              <a:latin typeface="Calibri"/>
              <a:cs typeface="Calibri"/>
            </a:endParaRPr>
          </a:p>
          <a:p>
            <a:pPr marL="12700" marR="238760" lvl="1" indent="205104">
              <a:lnSpc>
                <a:spcPct val="100000"/>
              </a:lnSpc>
              <a:spcBef>
                <a:spcPts val="2400"/>
              </a:spcBef>
              <a:buChar char="•"/>
              <a:tabLst>
                <a:tab pos="217804" algn="l"/>
              </a:tabLst>
            </a:pPr>
            <a:r>
              <a:rPr sz="2000" spc="-10" dirty="0">
                <a:latin typeface="Calibri"/>
                <a:cs typeface="Calibri"/>
              </a:rPr>
              <a:t>Machine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classify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driver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as </a:t>
            </a:r>
            <a:r>
              <a:rPr sz="2000" b="1" dirty="0">
                <a:latin typeface="Calibri"/>
                <a:cs typeface="Calibri"/>
              </a:rPr>
              <a:t>alert</a:t>
            </a:r>
            <a:r>
              <a:rPr sz="2000" b="1" spc="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drowsy</a:t>
            </a:r>
            <a:r>
              <a:rPr sz="2000" b="1" spc="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85" dirty="0">
                <a:latin typeface="Calibri"/>
                <a:cs typeface="Calibri"/>
              </a:rPr>
              <a:t>send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an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spc="70" dirty="0">
                <a:latin typeface="Calibri"/>
                <a:cs typeface="Calibri"/>
              </a:rPr>
              <a:t>alert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60" dirty="0">
                <a:latin typeface="Calibri"/>
                <a:cs typeface="Calibri"/>
              </a:rPr>
              <a:t>if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100" dirty="0">
                <a:latin typeface="Calibri"/>
                <a:cs typeface="Calibri"/>
              </a:rPr>
              <a:t>drowsiness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120" dirty="0">
                <a:latin typeface="Calibri"/>
                <a:cs typeface="Calibri"/>
              </a:rPr>
              <a:t>is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60" dirty="0">
                <a:latin typeface="Calibri"/>
                <a:cs typeface="Calibri"/>
              </a:rPr>
              <a:t>detected</a:t>
            </a:r>
            <a:r>
              <a:rPr sz="2000" spc="6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96" y="0"/>
              <a:ext cx="2562224" cy="68579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568830" y="1195540"/>
            <a:ext cx="4086860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b="1" spc="170" dirty="0">
                <a:latin typeface="Calibri"/>
                <a:cs typeface="Calibri"/>
              </a:rPr>
              <a:t>PROBLEM</a:t>
            </a:r>
            <a:r>
              <a:rPr sz="2900" b="1" spc="-100" dirty="0">
                <a:latin typeface="Calibri"/>
                <a:cs typeface="Calibri"/>
              </a:rPr>
              <a:t> </a:t>
            </a:r>
            <a:r>
              <a:rPr sz="2900" b="1" spc="185" dirty="0">
                <a:latin typeface="Calibri"/>
                <a:cs typeface="Calibri"/>
              </a:rPr>
              <a:t>STATEMENTS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1592" y="1878398"/>
            <a:ext cx="7859395" cy="4735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113790" indent="175895">
              <a:lnSpc>
                <a:spcPct val="101600"/>
              </a:lnSpc>
              <a:spcBef>
                <a:spcPts val="55"/>
              </a:spcBef>
              <a:buChar char="•"/>
              <a:tabLst>
                <a:tab pos="188595" algn="l"/>
              </a:tabLst>
            </a:pPr>
            <a:r>
              <a:rPr sz="2400" dirty="0">
                <a:latin typeface="Calibri"/>
                <a:cs typeface="Calibri"/>
              </a:rPr>
              <a:t>Driver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drowsiness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major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road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accidents </a:t>
            </a:r>
            <a:r>
              <a:rPr sz="2400" dirty="0">
                <a:latin typeface="Calibri"/>
                <a:cs typeface="Calibri"/>
              </a:rPr>
              <a:t>worldwi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de.</a:t>
            </a:r>
            <a:endParaRPr sz="2400">
              <a:latin typeface="Calibri"/>
              <a:cs typeface="Calibri"/>
            </a:endParaRPr>
          </a:p>
          <a:p>
            <a:pPr marL="12700" marR="614680" indent="176530">
              <a:lnSpc>
                <a:spcPct val="112000"/>
              </a:lnSpc>
              <a:spcBef>
                <a:spcPts val="825"/>
              </a:spcBef>
              <a:buChar char="•"/>
              <a:tabLst>
                <a:tab pos="189230" algn="l"/>
              </a:tabLst>
            </a:pPr>
            <a:r>
              <a:rPr sz="2400" spc="-55" dirty="0">
                <a:latin typeface="Calibri"/>
                <a:cs typeface="Calibri"/>
              </a:rPr>
              <a:t>When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tired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sleepy,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dirty="0">
                <a:latin typeface="Calibri"/>
                <a:cs typeface="Calibri"/>
              </a:rPr>
              <a:t>slows 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concentration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decreases.</a:t>
            </a:r>
            <a:endParaRPr sz="2400">
              <a:latin typeface="Calibri"/>
              <a:cs typeface="Calibri"/>
            </a:endParaRPr>
          </a:p>
          <a:p>
            <a:pPr marL="12700" marR="242570" lvl="1" indent="243204">
              <a:lnSpc>
                <a:spcPct val="125000"/>
              </a:lnSpc>
              <a:buChar char="•"/>
              <a:tabLst>
                <a:tab pos="255904" algn="l"/>
              </a:tabLst>
            </a:pPr>
            <a:r>
              <a:rPr sz="2400" spc="-70" dirty="0">
                <a:latin typeface="Calibri"/>
                <a:cs typeface="Calibri"/>
              </a:rPr>
              <a:t>Many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accidents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unaware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their </a:t>
            </a:r>
            <a:r>
              <a:rPr sz="2400" dirty="0">
                <a:latin typeface="Calibri"/>
                <a:cs typeface="Calibri"/>
              </a:rPr>
              <a:t>drowsy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condition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driving.</a:t>
            </a:r>
            <a:endParaRPr sz="2400">
              <a:latin typeface="Calibri"/>
              <a:cs typeface="Calibri"/>
            </a:endParaRPr>
          </a:p>
          <a:p>
            <a:pPr marL="12700" marR="212090" indent="175895">
              <a:lnSpc>
                <a:spcPct val="125000"/>
              </a:lnSpc>
              <a:buChar char="•"/>
              <a:tabLst>
                <a:tab pos="188595" algn="l"/>
              </a:tabLst>
            </a:pPr>
            <a:r>
              <a:rPr sz="2400" dirty="0">
                <a:latin typeface="Calibri"/>
                <a:cs typeface="Calibri"/>
              </a:rPr>
              <a:t>Traditional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effectively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driver </a:t>
            </a:r>
            <a:r>
              <a:rPr sz="2400" dirty="0">
                <a:latin typeface="Calibri"/>
                <a:cs typeface="Calibri"/>
              </a:rPr>
              <a:t>fatigue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720"/>
              </a:spcBef>
              <a:buChar char="•"/>
              <a:tabLst>
                <a:tab pos="188595" algn="l"/>
              </a:tabLst>
            </a:pPr>
            <a:r>
              <a:rPr sz="2400" dirty="0">
                <a:latin typeface="Calibri"/>
                <a:cs typeface="Calibri"/>
              </a:rPr>
              <a:t>Therefore,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automated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50" dirty="0">
                <a:latin typeface="Calibri"/>
                <a:cs typeface="Calibri"/>
              </a:rPr>
              <a:t>system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35" dirty="0">
                <a:latin typeface="Calibri"/>
                <a:cs typeface="Calibri"/>
              </a:rPr>
              <a:t>can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monitor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driver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continuously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CC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6" y="0"/>
            <a:ext cx="2562224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AC3439-3844-1961-2C79-CEB4DCB05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257" y="254000"/>
            <a:ext cx="9144000" cy="6146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725" y="714308"/>
              <a:ext cx="4395855" cy="56422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9810" y="685799"/>
              <a:ext cx="4470379" cy="57149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789810" y="593579"/>
            <a:ext cx="395351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85" dirty="0"/>
              <a:t>SOFTWARE</a:t>
            </a:r>
            <a:r>
              <a:rPr sz="3950" spc="40" dirty="0"/>
              <a:t> </a:t>
            </a:r>
            <a:r>
              <a:rPr sz="3950" spc="90" dirty="0"/>
              <a:t>TOOLS</a:t>
            </a:r>
            <a:endParaRPr sz="3950"/>
          </a:p>
        </p:txBody>
      </p:sp>
      <p:sp>
        <p:nvSpPr>
          <p:cNvPr id="6" name="object 6"/>
          <p:cNvSpPr txBox="1"/>
          <p:nvPr/>
        </p:nvSpPr>
        <p:spPr>
          <a:xfrm>
            <a:off x="1839597" y="1188981"/>
            <a:ext cx="5014595" cy="519747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55"/>
              </a:spcBef>
              <a:buClr>
                <a:srgbClr val="1286C2"/>
              </a:buClr>
              <a:buSzPct val="145000"/>
              <a:buFont typeface="Arial"/>
              <a:buChar char="•"/>
              <a:tabLst>
                <a:tab pos="297180" algn="l"/>
              </a:tabLst>
            </a:pPr>
            <a:r>
              <a:rPr sz="2000" b="1" spc="75" dirty="0">
                <a:latin typeface="Calibri"/>
                <a:cs typeface="Calibri"/>
              </a:rPr>
              <a:t>Python</a:t>
            </a:r>
            <a:endParaRPr sz="2000">
              <a:latin typeface="Calibri"/>
              <a:cs typeface="Calibri"/>
            </a:endParaRPr>
          </a:p>
          <a:p>
            <a:pPr marL="12700" marR="421005">
              <a:lnSpc>
                <a:spcPts val="2180"/>
              </a:lnSpc>
              <a:spcBef>
                <a:spcPts val="1115"/>
              </a:spcBef>
            </a:pPr>
            <a:r>
              <a:rPr sz="2000" dirty="0">
                <a:latin typeface="Calibri"/>
                <a:cs typeface="Calibri"/>
              </a:rPr>
              <a:t>Used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 system.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760"/>
              </a:spcBef>
              <a:buClr>
                <a:srgbClr val="1286C2"/>
              </a:buClr>
              <a:buSzPct val="145000"/>
              <a:buFont typeface="Arial"/>
              <a:buChar char="•"/>
              <a:tabLst>
                <a:tab pos="297180" algn="l"/>
              </a:tabLst>
            </a:pPr>
            <a:r>
              <a:rPr sz="2000" b="1" spc="90" dirty="0">
                <a:latin typeface="Calibri"/>
                <a:cs typeface="Calibri"/>
              </a:rPr>
              <a:t>Visual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90" dirty="0">
                <a:latin typeface="Calibri"/>
                <a:cs typeface="Calibri"/>
              </a:rPr>
              <a:t>Studio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85" dirty="0"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dirty="0">
                <a:latin typeface="Calibri"/>
                <a:cs typeface="Calibri"/>
              </a:rPr>
              <a:t>Code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editor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used</a:t>
            </a:r>
            <a:endParaRPr sz="2000">
              <a:latin typeface="Calibri"/>
              <a:cs typeface="Calibri"/>
            </a:endParaRPr>
          </a:p>
          <a:p>
            <a:pPr marL="107314" indent="-104775">
              <a:lnSpc>
                <a:spcPct val="100000"/>
              </a:lnSpc>
              <a:spcBef>
                <a:spcPts val="825"/>
              </a:spcBef>
              <a:buClr>
                <a:srgbClr val="1286C2"/>
              </a:buClr>
              <a:buSzPct val="67500"/>
              <a:buFont typeface="Calibri"/>
              <a:buChar char="•"/>
              <a:tabLst>
                <a:tab pos="107314" algn="l"/>
              </a:tabLst>
            </a:pPr>
            <a:r>
              <a:rPr sz="2000" b="1" spc="145" dirty="0">
                <a:latin typeface="Calibri"/>
                <a:cs typeface="Calibri"/>
              </a:rPr>
              <a:t>OPEN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130" dirty="0">
                <a:latin typeface="Calibri"/>
                <a:cs typeface="Calibri"/>
              </a:rPr>
              <a:t>CV</a:t>
            </a:r>
            <a:endParaRPr sz="2000">
              <a:latin typeface="Calibri"/>
              <a:cs typeface="Calibri"/>
            </a:endParaRPr>
          </a:p>
          <a:p>
            <a:pPr marL="12700" marR="5080" indent="55880">
              <a:lnSpc>
                <a:spcPts val="2180"/>
              </a:lnSpc>
              <a:spcBef>
                <a:spcPts val="1080"/>
              </a:spcBef>
            </a:pPr>
            <a:r>
              <a:rPr sz="2000" dirty="0">
                <a:latin typeface="Calibri"/>
                <a:cs typeface="Calibri"/>
              </a:rPr>
              <a:t>Used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capturing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video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webcam.</a:t>
            </a:r>
            <a:endParaRPr sz="2000">
              <a:latin typeface="Calibri"/>
              <a:cs typeface="Calibri"/>
            </a:endParaRPr>
          </a:p>
          <a:p>
            <a:pPr marL="161290" indent="-148590">
              <a:lnSpc>
                <a:spcPct val="100000"/>
              </a:lnSpc>
              <a:spcBef>
                <a:spcPts val="710"/>
              </a:spcBef>
              <a:buClr>
                <a:srgbClr val="1286C2"/>
              </a:buClr>
              <a:buFont typeface="Calibri"/>
              <a:buChar char="•"/>
              <a:tabLst>
                <a:tab pos="161290" algn="l"/>
              </a:tabLst>
            </a:pPr>
            <a:r>
              <a:rPr sz="2000" b="1" spc="60" dirty="0">
                <a:latin typeface="Calibri"/>
                <a:cs typeface="Calibri"/>
              </a:rPr>
              <a:t>Dlib</a:t>
            </a:r>
            <a:endParaRPr sz="2000">
              <a:latin typeface="Calibri"/>
              <a:cs typeface="Calibri"/>
            </a:endParaRPr>
          </a:p>
          <a:p>
            <a:pPr marL="12700" marR="397510">
              <a:lnSpc>
                <a:spcPts val="2180"/>
              </a:lnSpc>
              <a:spcBef>
                <a:spcPts val="1005"/>
              </a:spcBef>
            </a:pPr>
            <a:r>
              <a:rPr sz="2000" dirty="0">
                <a:latin typeface="Calibri"/>
                <a:cs typeface="Calibri"/>
              </a:rPr>
              <a:t>Used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detecting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facial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landmarks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as </a:t>
            </a:r>
            <a:r>
              <a:rPr sz="2000" dirty="0">
                <a:latin typeface="Calibri"/>
                <a:cs typeface="Calibri"/>
              </a:rPr>
              <a:t>eyes,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nose,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mouth.</a:t>
            </a:r>
            <a:endParaRPr sz="2000">
              <a:latin typeface="Calibri"/>
              <a:cs typeface="Calibri"/>
            </a:endParaRPr>
          </a:p>
          <a:p>
            <a:pPr marL="161290" indent="-148590">
              <a:lnSpc>
                <a:spcPct val="100000"/>
              </a:lnSpc>
              <a:spcBef>
                <a:spcPts val="710"/>
              </a:spcBef>
              <a:buClr>
                <a:srgbClr val="1286C2"/>
              </a:buClr>
              <a:buFont typeface="Calibri"/>
              <a:buChar char="•"/>
              <a:tabLst>
                <a:tab pos="161290" algn="l"/>
              </a:tabLst>
            </a:pPr>
            <a:r>
              <a:rPr sz="2000" b="1" spc="110" dirty="0">
                <a:latin typeface="Calibri"/>
                <a:cs typeface="Calibri"/>
              </a:rPr>
              <a:t>NumPy</a:t>
            </a:r>
            <a:endParaRPr sz="2000">
              <a:latin typeface="Calibri"/>
              <a:cs typeface="Calibri"/>
            </a:endParaRPr>
          </a:p>
          <a:p>
            <a:pPr marL="12700" marR="151765" indent="55880">
              <a:lnSpc>
                <a:spcPts val="2100"/>
              </a:lnSpc>
              <a:spcBef>
                <a:spcPts val="1145"/>
              </a:spcBef>
            </a:pPr>
            <a:r>
              <a:rPr sz="2000" dirty="0">
                <a:latin typeface="Calibri"/>
                <a:cs typeface="Calibri"/>
              </a:rPr>
              <a:t>Used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mathematical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calculations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 </a:t>
            </a:r>
            <a:r>
              <a:rPr sz="2000" dirty="0">
                <a:latin typeface="Calibri"/>
                <a:cs typeface="Calibri"/>
              </a:rPr>
              <a:t>ope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250" y="1981138"/>
              <a:ext cx="4176765" cy="42433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02503" y="1943099"/>
              <a:ext cx="4241765" cy="431788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1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1" spc="290" dirty="0">
                <a:latin typeface="Calibri"/>
                <a:cs typeface="Calibri"/>
              </a:rPr>
              <a:t>HARDWARE</a:t>
            </a:r>
            <a:r>
              <a:rPr sz="3950" b="1" spc="-110" dirty="0">
                <a:latin typeface="Calibri"/>
                <a:cs typeface="Calibri"/>
              </a:rPr>
              <a:t> </a:t>
            </a:r>
            <a:r>
              <a:rPr sz="3950" b="1" spc="250" dirty="0">
                <a:latin typeface="Calibri"/>
                <a:cs typeface="Calibri"/>
              </a:rPr>
              <a:t>TOOLS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383" y="1639049"/>
            <a:ext cx="5615940" cy="4279890"/>
          </a:xfrm>
          <a:prstGeom prst="rect">
            <a:avLst/>
          </a:prstGeom>
        </p:spPr>
        <p:txBody>
          <a:bodyPr vert="horz" wrap="square" lIns="0" tIns="123825" rIns="0" bIns="0" rtlCol="0" anchor="t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975"/>
              </a:spcBef>
              <a:buClr>
                <a:srgbClr val="1286C2"/>
              </a:buClr>
              <a:buSzPct val="143750"/>
              <a:buFont typeface="Arial"/>
              <a:buChar char="•"/>
              <a:tabLst>
                <a:tab pos="298450" algn="l"/>
              </a:tabLst>
            </a:pPr>
            <a:r>
              <a:rPr sz="2400" b="1" spc="90" dirty="0">
                <a:latin typeface="Calibri"/>
                <a:cs typeface="Calibri"/>
              </a:rPr>
              <a:t>Camera/Webcam::</a:t>
            </a:r>
            <a:endParaRPr sz="2400">
              <a:latin typeface="Calibri"/>
              <a:cs typeface="Calibri"/>
            </a:endParaRPr>
          </a:p>
          <a:p>
            <a:pPr marL="73025" algn="just">
              <a:spcBef>
                <a:spcPts val="875"/>
              </a:spcBef>
            </a:pPr>
            <a:r>
              <a:rPr lang="en-US" sz="2400">
                <a:latin typeface="Calibri"/>
                <a:cs typeface="Calibri"/>
              </a:rPr>
              <a:t>Capture driver’s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133350" marR="2245995" indent="-120650" algn="just">
              <a:lnSpc>
                <a:spcPct val="130700"/>
              </a:lnSpc>
              <a:spcBef>
                <a:spcPts val="70"/>
              </a:spcBef>
              <a:buClr>
                <a:srgbClr val="1286C2"/>
              </a:buClr>
              <a:buSzPct val="143750"/>
              <a:buFont typeface="Arial"/>
              <a:buChar char="•"/>
              <a:tabLst>
                <a:tab pos="133350" algn="l"/>
                <a:tab pos="298450" algn="l"/>
              </a:tabLst>
            </a:pPr>
            <a:r>
              <a:rPr sz="2400" b="1" spc="110" dirty="0">
                <a:latin typeface="Calibri"/>
                <a:cs typeface="Calibri"/>
              </a:rPr>
              <a:t>Raspberry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160" dirty="0">
                <a:latin typeface="Calibri"/>
                <a:cs typeface="Calibri"/>
              </a:rPr>
              <a:t>Pi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60" dirty="0">
                <a:latin typeface="Calibri"/>
                <a:cs typeface="Calibri"/>
              </a:rPr>
              <a:t>/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80" dirty="0">
                <a:latin typeface="Calibri"/>
                <a:cs typeface="Calibri"/>
              </a:rPr>
              <a:t>Laptop: </a:t>
            </a:r>
            <a:r>
              <a:rPr sz="2400" dirty="0">
                <a:latin typeface="Calibri"/>
                <a:cs typeface="Calibri"/>
              </a:rPr>
              <a:t>Processes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video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runs </a:t>
            </a:r>
            <a:r>
              <a:rPr sz="2400" dirty="0">
                <a:latin typeface="Calibri"/>
                <a:cs typeface="Calibri"/>
              </a:rPr>
              <a:t>detection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algorithm.</a:t>
            </a:r>
            <a:endParaRPr sz="2400">
              <a:latin typeface="Calibri"/>
              <a:cs typeface="Calibri"/>
            </a:endParaRPr>
          </a:p>
          <a:p>
            <a:pPr marL="125730" indent="-123825" algn="just">
              <a:lnSpc>
                <a:spcPct val="100000"/>
              </a:lnSpc>
              <a:spcBef>
                <a:spcPts val="35"/>
              </a:spcBef>
              <a:buClr>
                <a:srgbClr val="1286C2"/>
              </a:buClr>
              <a:buSzPct val="68750"/>
              <a:buFont typeface="Calibri"/>
              <a:buChar char="•"/>
              <a:tabLst>
                <a:tab pos="125730" algn="l"/>
              </a:tabLst>
            </a:pPr>
            <a:r>
              <a:rPr sz="2400" b="1" spc="145" dirty="0">
                <a:latin typeface="Calibri"/>
                <a:cs typeface="Calibri"/>
              </a:rPr>
              <a:t>Buzzer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60" dirty="0">
                <a:latin typeface="Calibri"/>
                <a:cs typeface="Calibri"/>
              </a:rPr>
              <a:t>/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90" dirty="0">
                <a:latin typeface="Calibri"/>
                <a:cs typeface="Calibri"/>
              </a:rPr>
              <a:t>Alarm:</a:t>
            </a:r>
            <a:endParaRPr sz="2400">
              <a:latin typeface="Calibri"/>
              <a:cs typeface="Calibri"/>
            </a:endParaRPr>
          </a:p>
          <a:p>
            <a:pPr marL="193675">
              <a:lnSpc>
                <a:spcPct val="100000"/>
              </a:lnSpc>
              <a:spcBef>
                <a:spcPts val="1764"/>
              </a:spcBef>
            </a:pP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drowsiness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detected.</a:t>
            </a:r>
            <a:endParaRPr sz="2400">
              <a:latin typeface="Calibri"/>
              <a:cs typeface="Calibri"/>
            </a:endParaRPr>
          </a:p>
          <a:p>
            <a:pPr marL="125730" indent="-123825">
              <a:lnSpc>
                <a:spcPct val="100000"/>
              </a:lnSpc>
              <a:spcBef>
                <a:spcPts val="90"/>
              </a:spcBef>
              <a:buClr>
                <a:srgbClr val="1286C2"/>
              </a:buClr>
              <a:buSzPct val="68750"/>
              <a:buFont typeface="Calibri"/>
              <a:buChar char="•"/>
              <a:tabLst>
                <a:tab pos="125730" algn="l"/>
              </a:tabLst>
            </a:pPr>
            <a:r>
              <a:rPr sz="2400" b="1" spc="114" dirty="0">
                <a:latin typeface="Calibri"/>
                <a:cs typeface="Calibri"/>
              </a:rPr>
              <a:t>Power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105" dirty="0">
                <a:latin typeface="Calibri"/>
                <a:cs typeface="Calibri"/>
              </a:rPr>
              <a:t>Supply: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Calibri"/>
                <a:cs typeface="Calibri"/>
              </a:rPr>
              <a:t>Provides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power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hardware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96" y="0"/>
              <a:ext cx="2562224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6612" y="5818906"/>
              <a:ext cx="5981699" cy="190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6612" y="4933065"/>
              <a:ext cx="5362559" cy="190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6612" y="4047225"/>
              <a:ext cx="4867290" cy="190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6612" y="6704716"/>
              <a:ext cx="4381499" cy="190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6612" y="3161415"/>
              <a:ext cx="4152899" cy="190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6612" y="5371215"/>
              <a:ext cx="2619374" cy="190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6612" y="3609075"/>
              <a:ext cx="2447924" cy="190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76612" y="4494915"/>
              <a:ext cx="2057399" cy="190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6612" y="2723262"/>
              <a:ext cx="1885949" cy="190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76612" y="6257056"/>
              <a:ext cx="1876424" cy="190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86545" y="1378505"/>
            <a:ext cx="2635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BF0000"/>
                </a:solidFill>
                <a:latin typeface="Segoe UI Symbol"/>
                <a:cs typeface="Segoe UI Symbol"/>
              </a:rPr>
              <a:t>➢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4283" y="1354238"/>
            <a:ext cx="5051425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95"/>
              </a:spcBef>
            </a:pPr>
            <a:r>
              <a:rPr sz="2000" spc="-40" dirty="0">
                <a:solidFill>
                  <a:srgbClr val="BF0000"/>
                </a:solidFill>
                <a:latin typeface="Lucida Sans"/>
                <a:cs typeface="Lucida Sans"/>
              </a:rPr>
              <a:t>The</a:t>
            </a:r>
            <a:r>
              <a:rPr sz="2000" spc="-110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25" dirty="0">
                <a:solidFill>
                  <a:srgbClr val="BF0000"/>
                </a:solidFill>
                <a:latin typeface="Lucida Sans"/>
                <a:cs typeface="Lucida Sans"/>
              </a:rPr>
              <a:t>system</a:t>
            </a:r>
            <a:r>
              <a:rPr sz="2000" spc="-110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35" dirty="0">
                <a:solidFill>
                  <a:srgbClr val="BF0000"/>
                </a:solidFill>
                <a:latin typeface="Lucida Sans"/>
                <a:cs typeface="Lucida Sans"/>
              </a:rPr>
              <a:t>analyzes</a:t>
            </a:r>
            <a:r>
              <a:rPr sz="2000" spc="-105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20" dirty="0">
                <a:solidFill>
                  <a:srgbClr val="BF0000"/>
                </a:solidFill>
                <a:latin typeface="Lucida Sans"/>
                <a:cs typeface="Lucida Sans"/>
              </a:rPr>
              <a:t>different</a:t>
            </a:r>
            <a:r>
              <a:rPr sz="2000" spc="-110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30" dirty="0">
                <a:solidFill>
                  <a:srgbClr val="BF0000"/>
                </a:solidFill>
                <a:latin typeface="Lucida Sans"/>
                <a:cs typeface="Lucida Sans"/>
              </a:rPr>
              <a:t>facial</a:t>
            </a:r>
            <a:r>
              <a:rPr sz="2000" spc="-105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BF0000"/>
                </a:solidFill>
                <a:latin typeface="Lucida Sans"/>
                <a:cs typeface="Lucida Sans"/>
              </a:rPr>
              <a:t>visual features</a:t>
            </a:r>
            <a:r>
              <a:rPr sz="2000" spc="-114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dirty="0">
                <a:solidFill>
                  <a:srgbClr val="BF0000"/>
                </a:solidFill>
                <a:latin typeface="Lucida Sans"/>
                <a:cs typeface="Lucida Sans"/>
              </a:rPr>
              <a:t>to</a:t>
            </a:r>
            <a:r>
              <a:rPr sz="2000" spc="-114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20" dirty="0">
                <a:solidFill>
                  <a:srgbClr val="BF0000"/>
                </a:solidFill>
                <a:latin typeface="Lucida Sans"/>
                <a:cs typeface="Lucida Sans"/>
              </a:rPr>
              <a:t>detect</a:t>
            </a:r>
            <a:r>
              <a:rPr sz="2000" spc="-114" dirty="0">
                <a:solidFill>
                  <a:srgbClr val="BF0000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BF0000"/>
                </a:solidFill>
                <a:latin typeface="Lucida Sans"/>
                <a:cs typeface="Lucida Sans"/>
              </a:rPr>
              <a:t>drowsiness.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0612" y="3301885"/>
            <a:ext cx="2870835" cy="878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4820" indent="-452120">
              <a:lnSpc>
                <a:spcPct val="100000"/>
              </a:lnSpc>
              <a:spcBef>
                <a:spcPts val="130"/>
              </a:spcBef>
              <a:buClr>
                <a:srgbClr val="7B4E12"/>
              </a:buClr>
              <a:buFont typeface="Segoe UI Symbol"/>
              <a:buChar char="❑"/>
              <a:tabLst>
                <a:tab pos="464820" algn="l"/>
              </a:tabLst>
            </a:pPr>
            <a:r>
              <a:rPr sz="2750" b="1" spc="135" dirty="0">
                <a:solidFill>
                  <a:srgbClr val="7B4E12"/>
                </a:solidFill>
                <a:latin typeface="Calibri"/>
                <a:cs typeface="Calibri"/>
              </a:rPr>
              <a:t>Visual</a:t>
            </a:r>
            <a:r>
              <a:rPr sz="2750" b="1" spc="-80" dirty="0">
                <a:solidFill>
                  <a:srgbClr val="7B4E12"/>
                </a:solidFill>
                <a:latin typeface="Calibri"/>
                <a:cs typeface="Calibri"/>
              </a:rPr>
              <a:t> </a:t>
            </a:r>
            <a:r>
              <a:rPr sz="2750" b="1" spc="105" dirty="0">
                <a:solidFill>
                  <a:srgbClr val="7B4E12"/>
                </a:solidFill>
                <a:latin typeface="Calibri"/>
                <a:cs typeface="Calibri"/>
              </a:rPr>
              <a:t>features</a:t>
            </a:r>
            <a:endParaRPr sz="2750">
              <a:latin typeface="Calibri"/>
              <a:cs typeface="Calibri"/>
            </a:endParaRPr>
          </a:p>
          <a:p>
            <a:pPr marL="1240155">
              <a:lnSpc>
                <a:spcPct val="100000"/>
              </a:lnSpc>
              <a:spcBef>
                <a:spcPts val="75"/>
              </a:spcBef>
            </a:pPr>
            <a:r>
              <a:rPr sz="2750" b="1" spc="140" dirty="0">
                <a:solidFill>
                  <a:srgbClr val="7B4E12"/>
                </a:solidFill>
                <a:latin typeface="Calibri"/>
                <a:cs typeface="Calibri"/>
              </a:rPr>
              <a:t>used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7569" y="2292641"/>
            <a:ext cx="6123940" cy="445198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spc="100" dirty="0">
                <a:latin typeface="Calibri"/>
                <a:cs typeface="Calibri"/>
              </a:rPr>
              <a:t>Eye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spc="95" dirty="0">
                <a:latin typeface="Calibri"/>
                <a:cs typeface="Calibri"/>
              </a:rPr>
              <a:t>Blinking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Rate</a:t>
            </a:r>
            <a:endParaRPr sz="2000">
              <a:latin typeface="Calibri"/>
              <a:cs typeface="Calibri"/>
            </a:endParaRPr>
          </a:p>
          <a:p>
            <a:pPr marL="12700" marR="1931035">
              <a:lnSpc>
                <a:spcPts val="3450"/>
              </a:lnSpc>
              <a:spcBef>
                <a:spcPts val="290"/>
              </a:spcBef>
            </a:pPr>
            <a:r>
              <a:rPr sz="2000" b="1" dirty="0">
                <a:latin typeface="Calibri"/>
                <a:cs typeface="Calibri"/>
              </a:rPr>
              <a:t>Frequent</a:t>
            </a:r>
            <a:r>
              <a:rPr sz="2000" b="1" spc="1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linking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fatigue. </a:t>
            </a:r>
            <a:r>
              <a:rPr sz="2000" dirty="0">
                <a:latin typeface="Calibri"/>
                <a:cs typeface="Calibri"/>
              </a:rPr>
              <a:t>Eye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Aspect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Ratio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(</a:t>
            </a:r>
            <a:r>
              <a:rPr sz="2000" b="1" spc="45" dirty="0">
                <a:latin typeface="Calibri"/>
                <a:cs typeface="Calibri"/>
              </a:rPr>
              <a:t>EAR)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latin typeface="Calibri"/>
                <a:cs typeface="Calibri"/>
              </a:rPr>
              <a:t>Measures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eye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openness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detect</a:t>
            </a:r>
            <a:r>
              <a:rPr sz="2000" b="1" spc="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eye</a:t>
            </a:r>
            <a:r>
              <a:rPr sz="2000" b="1" spc="85" dirty="0">
                <a:latin typeface="Calibri"/>
                <a:cs typeface="Calibri"/>
              </a:rPr>
              <a:t> </a:t>
            </a:r>
            <a:r>
              <a:rPr sz="2000" b="1" spc="40" dirty="0">
                <a:latin typeface="Calibri"/>
                <a:cs typeface="Calibri"/>
              </a:rPr>
              <a:t>closure.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55" dirty="0">
                <a:latin typeface="Calibri"/>
                <a:cs typeface="Calibri"/>
              </a:rPr>
              <a:t>Yawning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endParaRPr sz="2000">
              <a:latin typeface="Calibri"/>
              <a:cs typeface="Calibri"/>
            </a:endParaRPr>
          </a:p>
          <a:p>
            <a:pPr marL="12700" marR="700405">
              <a:lnSpc>
                <a:spcPct val="140600"/>
              </a:lnSpc>
              <a:spcBef>
                <a:spcPts val="75"/>
              </a:spcBef>
            </a:pPr>
            <a:r>
              <a:rPr sz="2000" dirty="0">
                <a:latin typeface="Calibri"/>
                <a:cs typeface="Calibri"/>
              </a:rPr>
              <a:t>Detects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opens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mouth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widely</a:t>
            </a:r>
            <a:r>
              <a:rPr sz="2000" spc="-10" dirty="0">
                <a:latin typeface="Calibri"/>
                <a:cs typeface="Calibri"/>
              </a:rPr>
              <a:t>. </a:t>
            </a:r>
            <a:r>
              <a:rPr sz="2000" b="1" dirty="0">
                <a:latin typeface="Calibri"/>
                <a:cs typeface="Calibri"/>
              </a:rPr>
              <a:t>Head</a:t>
            </a:r>
            <a:r>
              <a:rPr sz="2000" b="1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Position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Tilt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000" dirty="0">
                <a:latin typeface="Calibri"/>
                <a:cs typeface="Calibri"/>
              </a:rPr>
              <a:t>Detects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driver’s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dropping</a:t>
            </a:r>
            <a:r>
              <a:rPr sz="2000" b="1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sleepiness.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000" spc="75" dirty="0">
                <a:latin typeface="Calibri"/>
                <a:cs typeface="Calibri"/>
              </a:rPr>
              <a:t>Facial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spc="110" dirty="0">
                <a:latin typeface="Calibri"/>
                <a:cs typeface="Calibri"/>
              </a:rPr>
              <a:t>Landmarks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b="1" spc="85" dirty="0">
                <a:latin typeface="Calibri"/>
                <a:cs typeface="Calibri"/>
              </a:rPr>
              <a:t>68</a:t>
            </a:r>
            <a:r>
              <a:rPr sz="2000" b="1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detected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Dlib.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6" y="0"/>
            <a:ext cx="2562224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7980" y="423775"/>
            <a:ext cx="7536815" cy="2214245"/>
          </a:xfrm>
          <a:prstGeom prst="rect">
            <a:avLst/>
          </a:prstGeom>
        </p:spPr>
        <p:txBody>
          <a:bodyPr vert="horz" wrap="square" lIns="0" tIns="155575" rIns="0" bIns="0" rtlCol="0" anchor="t">
            <a:spAutoFit/>
          </a:bodyPr>
          <a:lstStyle/>
          <a:p>
            <a:pPr marL="645795" indent="-633095">
              <a:lnSpc>
                <a:spcPct val="100000"/>
              </a:lnSpc>
              <a:spcBef>
                <a:spcPts val="1225"/>
              </a:spcBef>
              <a:buClr>
                <a:srgbClr val="1286C2"/>
              </a:buClr>
              <a:buSzPct val="122500"/>
              <a:buFont typeface="Arial"/>
              <a:buChar char="•"/>
              <a:tabLst>
                <a:tab pos="645795" algn="l"/>
              </a:tabLst>
            </a:pP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Improves</a:t>
            </a:r>
            <a:r>
              <a:rPr sz="2000" spc="2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Road</a:t>
            </a:r>
            <a:r>
              <a:rPr sz="2000" spc="2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Safety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030"/>
              </a:lnSpc>
              <a:spcBef>
                <a:spcPts val="1045"/>
              </a:spcBef>
            </a:pP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The</a:t>
            </a:r>
            <a:r>
              <a:rPr sz="1700" spc="5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lang="en-US" sz="1700" spc="10" dirty="0">
                <a:solidFill>
                  <a:srgbClr val="6F2FA0"/>
                </a:solidFill>
                <a:latin typeface="Calibri"/>
                <a:cs typeface="Calibri"/>
              </a:rPr>
              <a:t>system </a:t>
            </a:r>
            <a:r>
              <a:rPr lang="en-US" sz="1700" spc="10">
                <a:solidFill>
                  <a:srgbClr val="6F2FA0"/>
                </a:solidFill>
                <a:latin typeface="Calibri"/>
                <a:cs typeface="Calibri"/>
              </a:rPr>
              <a:t>helps prevent accidents</a:t>
            </a:r>
            <a:r>
              <a:rPr sz="1700" spc="6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by</a:t>
            </a:r>
            <a:r>
              <a:rPr sz="1700" spc="6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detecting</a:t>
            </a:r>
            <a:r>
              <a:rPr sz="1700" spc="6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driver</a:t>
            </a:r>
            <a:r>
              <a:rPr sz="1700" spc="6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drowsiness</a:t>
            </a:r>
            <a:r>
              <a:rPr sz="1700" spc="5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early</a:t>
            </a:r>
            <a:r>
              <a:rPr sz="1700" spc="6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and</a:t>
            </a:r>
            <a:r>
              <a:rPr sz="1700" spc="6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alerting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the</a:t>
            </a:r>
            <a:r>
              <a:rPr sz="1700" spc="-2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driver.</a:t>
            </a:r>
            <a:endParaRPr sz="1700">
              <a:latin typeface="Calibri"/>
              <a:cs typeface="Calibri"/>
            </a:endParaRPr>
          </a:p>
          <a:p>
            <a:pPr marL="638175" indent="-625475">
              <a:lnSpc>
                <a:spcPct val="100000"/>
              </a:lnSpc>
              <a:spcBef>
                <a:spcPts val="1075"/>
              </a:spcBef>
              <a:buClr>
                <a:srgbClr val="1286C2"/>
              </a:buClr>
              <a:buSzPct val="122500"/>
              <a:buFont typeface="Arial"/>
              <a:buChar char="•"/>
              <a:tabLst>
                <a:tab pos="638175" algn="l"/>
              </a:tabLst>
            </a:pPr>
            <a:r>
              <a:rPr sz="2000" spc="55" dirty="0">
                <a:solidFill>
                  <a:srgbClr val="0D0D0D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Time</a:t>
            </a:r>
            <a:r>
              <a:rPr sz="2000" spc="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Monitoring</a:t>
            </a:r>
            <a:endParaRPr sz="2000">
              <a:latin typeface="Calibri"/>
              <a:cs typeface="Calibri"/>
            </a:endParaRPr>
          </a:p>
          <a:p>
            <a:pPr marL="12700" marR="273685">
              <a:lnSpc>
                <a:spcPct val="103099"/>
              </a:lnSpc>
              <a:spcBef>
                <a:spcPts val="915"/>
              </a:spcBef>
            </a:pP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The</a:t>
            </a:r>
            <a:r>
              <a:rPr sz="1700" spc="2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lang="en-US" sz="1700" spc="10" dirty="0">
                <a:solidFill>
                  <a:srgbClr val="6F2FA0"/>
                </a:solidFill>
                <a:latin typeface="Calibri"/>
                <a:cs typeface="Calibri"/>
              </a:rPr>
              <a:t>driver’s facial features are continuously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 err="1">
                <a:solidFill>
                  <a:srgbClr val="6F2FA0"/>
                </a:solidFill>
                <a:latin typeface="Calibri"/>
                <a:cs typeface="Calibri"/>
              </a:rPr>
              <a:t>monitered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using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computer</a:t>
            </a:r>
            <a:r>
              <a:rPr sz="1700" spc="2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vision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tools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like</a:t>
            </a:r>
            <a:r>
              <a:rPr sz="1700" spc="11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OpenCV.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7980" y="2683576"/>
            <a:ext cx="13589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50" dirty="0">
                <a:solidFill>
                  <a:srgbClr val="1286C2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3703" y="2738096"/>
            <a:ext cx="2341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Non-Intrusive</a:t>
            </a:r>
            <a:r>
              <a:rPr sz="2000" spc="43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980" y="3178681"/>
            <a:ext cx="5687695" cy="53925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1700" spc="10" dirty="0">
                <a:solidFill>
                  <a:srgbClr val="6F2FA0"/>
                </a:solidFill>
                <a:latin typeface="Calibri"/>
                <a:cs typeface="Calibri"/>
              </a:rPr>
              <a:t>It does not require the driver to wear any </a:t>
            </a:r>
            <a:r>
              <a:rPr lang="en-US" sz="1700" spc="10">
                <a:solidFill>
                  <a:srgbClr val="6F2FA0"/>
                </a:solidFill>
                <a:latin typeface="Calibri"/>
                <a:cs typeface="Calibri"/>
              </a:rPr>
              <a:t>sensors or</a:t>
            </a:r>
            <a:r>
              <a:rPr sz="1700" spc="9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special</a:t>
            </a:r>
            <a:r>
              <a:rPr sz="1700" spc="9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devices.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436" y="3619151"/>
            <a:ext cx="297053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200" dirty="0">
                <a:solidFill>
                  <a:srgbClr val="0D0D0D"/>
                </a:solidFill>
                <a:latin typeface="Calibri"/>
                <a:cs typeface="Calibri"/>
              </a:rPr>
              <a:t>ADVANTAGES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980" y="3619106"/>
            <a:ext cx="13589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spc="-50" dirty="0">
                <a:solidFill>
                  <a:srgbClr val="1286C2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7475" y="3618467"/>
            <a:ext cx="375792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Low</a:t>
            </a:r>
            <a:r>
              <a:rPr sz="2000" spc="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Cost</a:t>
            </a:r>
            <a:r>
              <a:rPr sz="2000" spc="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000" spc="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0D0D0D"/>
                </a:solidFill>
                <a:latin typeface="Calibri"/>
                <a:cs typeface="Calibri"/>
              </a:rPr>
              <a:t>Easy</a:t>
            </a:r>
            <a:r>
              <a:rPr sz="2000" spc="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Implementation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17980" y="4008621"/>
            <a:ext cx="7308215" cy="1582420"/>
          </a:xfrm>
          <a:prstGeom prst="rect">
            <a:avLst/>
          </a:prstGeom>
        </p:spPr>
        <p:txBody>
          <a:bodyPr vert="horz" wrap="square" lIns="0" tIns="25400" rIns="0" bIns="0" rtlCol="0" anchor="t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200"/>
              </a:spcBef>
            </a:pP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The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lang="en-US" sz="1700" spc="10" dirty="0">
                <a:solidFill>
                  <a:srgbClr val="6F2FA0"/>
                </a:solidFill>
                <a:latin typeface="Calibri"/>
                <a:cs typeface="Calibri"/>
              </a:rPr>
              <a:t>system can be implemented using a webcam 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,</a:t>
            </a:r>
            <a:r>
              <a:rPr lang="en-US" sz="1700" spc="1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a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computer,</a:t>
            </a:r>
            <a:r>
              <a:rPr sz="1700" spc="3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and</a:t>
            </a:r>
            <a:r>
              <a:rPr sz="1700" spc="3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10" dirty="0">
                <a:solidFill>
                  <a:srgbClr val="6F2FA0"/>
                </a:solidFill>
                <a:latin typeface="Calibri"/>
                <a:cs typeface="Calibri"/>
              </a:rPr>
              <a:t>software</a:t>
            </a:r>
            <a:r>
              <a:rPr sz="1700" spc="3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libraries </a:t>
            </a:r>
            <a:r>
              <a:rPr sz="1700" spc="55" dirty="0">
                <a:solidFill>
                  <a:srgbClr val="6F2FA0"/>
                </a:solidFill>
                <a:latin typeface="Calibri"/>
                <a:cs typeface="Calibri"/>
              </a:rPr>
              <a:t>such</a:t>
            </a:r>
            <a:r>
              <a:rPr sz="1700" spc="4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35" dirty="0" err="1">
                <a:solidFill>
                  <a:srgbClr val="6F2FA0"/>
                </a:solidFill>
                <a:latin typeface="Calibri"/>
                <a:cs typeface="Calibri"/>
              </a:rPr>
              <a:t>asDlib</a:t>
            </a:r>
            <a:r>
              <a:rPr sz="1700" spc="35" dirty="0">
                <a:solidFill>
                  <a:srgbClr val="6F2FA0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625"/>
              </a:spcBef>
              <a:buClr>
                <a:srgbClr val="1286C2"/>
              </a:buClr>
              <a:buSzPct val="104255"/>
              <a:buFont typeface="Arial"/>
              <a:buChar char="•"/>
              <a:tabLst>
                <a:tab pos="296545" algn="l"/>
              </a:tabLst>
            </a:pPr>
            <a:r>
              <a:rPr sz="3525" spc="-1110" baseline="3546" dirty="0">
                <a:solidFill>
                  <a:srgbClr val="FFFFFF"/>
                </a:solidFill>
                <a:latin typeface="Microsoft Sans Serif"/>
                <a:cs typeface="Microsoft Sans Serif"/>
              </a:rPr>
              <a:t>5️⃣</a:t>
            </a:r>
            <a:r>
              <a:rPr sz="3525" spc="-247" baseline="3546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D0D0D"/>
                </a:solidFill>
                <a:latin typeface="Calibri"/>
                <a:cs typeface="Calibri"/>
              </a:rPr>
              <a:t>Fast</a:t>
            </a:r>
            <a:r>
              <a:rPr sz="20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Detection</a:t>
            </a:r>
            <a:endParaRPr sz="2000">
              <a:latin typeface="Calibri"/>
              <a:cs typeface="Calibri"/>
            </a:endParaRPr>
          </a:p>
          <a:p>
            <a:pPr marL="12700" marR="327025">
              <a:lnSpc>
                <a:spcPts val="1880"/>
              </a:lnSpc>
              <a:spcBef>
                <a:spcPts val="925"/>
              </a:spcBef>
            </a:pP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The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6F2FA0"/>
                </a:solidFill>
                <a:latin typeface="Calibri"/>
                <a:cs typeface="Calibri"/>
              </a:rPr>
              <a:t>system can detect eye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closure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and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yawning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quickly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and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6F2FA0"/>
                </a:solidFill>
                <a:latin typeface="Calibri"/>
                <a:cs typeface="Calibri"/>
              </a:rPr>
              <a:t>provide</a:t>
            </a:r>
            <a:r>
              <a:rPr sz="1700" spc="10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6F2FA0"/>
                </a:solidFill>
                <a:latin typeface="Calibri"/>
                <a:cs typeface="Calibri"/>
              </a:rPr>
              <a:t>immediate </a:t>
            </a:r>
            <a:r>
              <a:rPr lang="en-US" sz="1700">
                <a:solidFill>
                  <a:srgbClr val="6F2FA0"/>
                </a:solidFill>
                <a:latin typeface="Calibri"/>
                <a:cs typeface="Calibri"/>
              </a:rPr>
              <a:t>alert</a:t>
            </a:r>
            <a:r>
              <a:rPr sz="1700" spc="4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1700" spc="-50" dirty="0">
                <a:solidFill>
                  <a:srgbClr val="6F2FA0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6540" y="64153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 rot="10800000">
            <a:off x="5954966" y="6788566"/>
            <a:ext cx="303391" cy="3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"/>
              </a:lnSpc>
            </a:pPr>
            <a:r>
              <a:rPr sz="300" dirty="0">
                <a:solidFill>
                  <a:srgbClr val="FFFFFF"/>
                </a:solidFill>
                <a:latin typeface="Calibri"/>
                <a:cs typeface="Calibri"/>
              </a:rPr>
              <a:t>Sample</a:t>
            </a:r>
            <a:r>
              <a:rPr sz="3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" dirty="0">
                <a:solidFill>
                  <a:srgbClr val="FFFFFF"/>
                </a:solidFill>
                <a:latin typeface="Calibri"/>
                <a:cs typeface="Calibri"/>
              </a:rPr>
              <a:t>Footer</a:t>
            </a:r>
            <a:r>
              <a:rPr sz="3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6" y="0"/>
            <a:ext cx="2562224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42207" y="491166"/>
            <a:ext cx="248348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Future </a:t>
            </a:r>
            <a:r>
              <a:rPr sz="3600" spc="-20" dirty="0"/>
              <a:t>scope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16807" y="1987688"/>
            <a:ext cx="12134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850" spc="-1505" dirty="0">
                <a:latin typeface="Calibri"/>
                <a:cs typeface="Calibri"/>
              </a:rPr>
              <a:t>m</a:t>
            </a:r>
            <a:r>
              <a:rPr sz="4800" spc="-2340" baseline="-33854" dirty="0">
                <a:solidFill>
                  <a:srgbClr val="1286C2"/>
                </a:solidFill>
                <a:latin typeface="Segoe UI Symbol"/>
                <a:cs typeface="Segoe UI Symbol"/>
              </a:rPr>
              <a:t>➢</a:t>
            </a:r>
            <a:r>
              <a:rPr sz="1850" spc="-5" dirty="0">
                <a:latin typeface="Calibri"/>
                <a:cs typeface="Calibri"/>
              </a:rPr>
              <a:t>onitoring</a:t>
            </a:r>
            <a:r>
              <a:rPr sz="1850" spc="-25" dirty="0">
                <a:latin typeface="Calibri"/>
                <a:cs typeface="Calibri"/>
              </a:rPr>
              <a:t>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2207" y="1325082"/>
            <a:ext cx="7681595" cy="8788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674370" indent="-318770">
              <a:lnSpc>
                <a:spcPct val="100000"/>
              </a:lnSpc>
              <a:spcBef>
                <a:spcPts val="1120"/>
              </a:spcBef>
              <a:buFont typeface="Segoe UI Symbol"/>
              <a:buChar char="➢"/>
              <a:tabLst>
                <a:tab pos="674370" algn="l"/>
              </a:tabLst>
            </a:pP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Integration</a:t>
            </a:r>
            <a:r>
              <a:rPr sz="2150" spc="16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with</a:t>
            </a:r>
            <a:r>
              <a:rPr sz="2150" spc="17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6F2FA0"/>
                </a:solidFill>
                <a:latin typeface="Calibri"/>
                <a:cs typeface="Calibri"/>
              </a:rPr>
              <a:t>Vehicles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700" baseline="4629" dirty="0">
                <a:latin typeface="Calibri"/>
                <a:cs typeface="Calibri"/>
              </a:rPr>
              <a:t>The</a:t>
            </a:r>
            <a:r>
              <a:rPr sz="2700" spc="60" baseline="4629" dirty="0">
                <a:latin typeface="Calibri"/>
                <a:cs typeface="Calibri"/>
              </a:rPr>
              <a:t> </a:t>
            </a:r>
            <a:r>
              <a:rPr sz="2700" baseline="4629" dirty="0">
                <a:latin typeface="Calibri"/>
                <a:cs typeface="Calibri"/>
              </a:rPr>
              <a:t>system</a:t>
            </a:r>
            <a:r>
              <a:rPr sz="2700" spc="67" baseline="4629" dirty="0">
                <a:latin typeface="Calibri"/>
                <a:cs typeface="Calibri"/>
              </a:rPr>
              <a:t> </a:t>
            </a:r>
            <a:r>
              <a:rPr sz="2700" baseline="4629" dirty="0">
                <a:latin typeface="Calibri"/>
                <a:cs typeface="Calibri"/>
              </a:rPr>
              <a:t>can</a:t>
            </a:r>
            <a:r>
              <a:rPr sz="2700" spc="60" baseline="4629" dirty="0">
                <a:latin typeface="Calibri"/>
                <a:cs typeface="Calibri"/>
              </a:rPr>
              <a:t> </a:t>
            </a:r>
            <a:r>
              <a:rPr sz="2700" baseline="4629" dirty="0">
                <a:latin typeface="Calibri"/>
                <a:cs typeface="Calibri"/>
              </a:rPr>
              <a:t>be</a:t>
            </a:r>
            <a:r>
              <a:rPr sz="2700" spc="67" baseline="4629" dirty="0">
                <a:latin typeface="Calibri"/>
                <a:cs typeface="Calibri"/>
              </a:rPr>
              <a:t> </a:t>
            </a:r>
            <a:r>
              <a:rPr sz="2700" baseline="4629" dirty="0">
                <a:latin typeface="Calibri"/>
                <a:cs typeface="Calibri"/>
              </a:rPr>
              <a:t>integrated</a:t>
            </a:r>
            <a:r>
              <a:rPr sz="2700" spc="60" baseline="4629" dirty="0">
                <a:latin typeface="Calibri"/>
                <a:cs typeface="Calibri"/>
              </a:rPr>
              <a:t> </a:t>
            </a:r>
            <a:r>
              <a:rPr sz="2700" baseline="4629" dirty="0">
                <a:latin typeface="Calibri"/>
                <a:cs typeface="Calibri"/>
              </a:rPr>
              <a:t>directly</a:t>
            </a:r>
            <a:r>
              <a:rPr sz="2700" spc="179" baseline="462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into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modern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vehicles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for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automatic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driver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8707" y="2410789"/>
            <a:ext cx="8782685" cy="4125488"/>
          </a:xfrm>
          <a:prstGeom prst="rect">
            <a:avLst/>
          </a:prstGeom>
        </p:spPr>
        <p:txBody>
          <a:bodyPr vert="horz" wrap="square" lIns="0" tIns="153670" rIns="0" bIns="0" rtlCol="0" anchor="t">
            <a:spAutoFit/>
          </a:bodyPr>
          <a:lstStyle/>
          <a:p>
            <a:pPr marL="398780">
              <a:lnSpc>
                <a:spcPct val="100000"/>
              </a:lnSpc>
              <a:spcBef>
                <a:spcPts val="1210"/>
              </a:spcBef>
            </a:pP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Night</a:t>
            </a:r>
            <a:r>
              <a:rPr sz="2150" spc="13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Vision</a:t>
            </a:r>
            <a:r>
              <a:rPr sz="2150" spc="135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6F2FA0"/>
                </a:solidFill>
                <a:latin typeface="Calibri"/>
                <a:cs typeface="Calibri"/>
              </a:rPr>
              <a:t>Detection</a:t>
            </a:r>
            <a:endParaRPr sz="21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965"/>
              </a:spcBef>
            </a:pPr>
            <a:r>
              <a:rPr sz="1850" dirty="0">
                <a:latin typeface="Calibri"/>
                <a:cs typeface="Calibri"/>
              </a:rPr>
              <a:t>Using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infrared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cameras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to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detect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drowsiness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even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low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light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night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driving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conditions</a:t>
            </a:r>
            <a:endParaRPr sz="1850">
              <a:latin typeface="Calibri"/>
              <a:cs typeface="Calibri"/>
            </a:endParaRPr>
          </a:p>
          <a:p>
            <a:pPr marL="76200">
              <a:lnSpc>
                <a:spcPts val="3504"/>
              </a:lnSpc>
              <a:spcBef>
                <a:spcPts val="1900"/>
              </a:spcBef>
            </a:pPr>
            <a:r>
              <a:rPr sz="4800" spc="-142" baseline="24305" dirty="0">
                <a:solidFill>
                  <a:srgbClr val="1286C2"/>
                </a:solidFill>
                <a:latin typeface="Segoe UI Symbol"/>
                <a:cs typeface="Segoe UI Symbol"/>
              </a:rPr>
              <a:t>➢</a:t>
            </a:r>
            <a:r>
              <a:rPr sz="2150" spc="-95" dirty="0">
                <a:solidFill>
                  <a:srgbClr val="6F2FA0"/>
                </a:solidFill>
                <a:latin typeface="Calibri"/>
                <a:cs typeface="Calibri"/>
              </a:rPr>
              <a:t>Mobile</a:t>
            </a:r>
            <a:r>
              <a:rPr sz="2150" spc="15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Application</a:t>
            </a:r>
            <a:r>
              <a:rPr sz="2150" spc="15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lang="en-US" sz="2150" spc="-10" dirty="0">
                <a:solidFill>
                  <a:srgbClr val="6F2FA0"/>
                </a:solidFill>
                <a:latin typeface="Calibri"/>
                <a:cs typeface="Calibri"/>
              </a:rPr>
              <a:t>Integration</a:t>
            </a:r>
            <a:endParaRPr lang="en-US" sz="2150">
              <a:solidFill>
                <a:srgbClr val="000000"/>
              </a:solidFill>
              <a:latin typeface="Calibri"/>
              <a:cs typeface="Calibri"/>
            </a:endParaRPr>
          </a:p>
          <a:p>
            <a:pPr marL="76200">
              <a:lnSpc>
                <a:spcPts val="3504"/>
              </a:lnSpc>
            </a:pPr>
            <a:r>
              <a:rPr lang="en-US" sz="1850" spc="-910" dirty="0" err="1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lang="en-US" sz="4800" spc="-3135" baseline="-35590" dirty="0" err="1">
                <a:solidFill>
                  <a:srgbClr val="1286C2"/>
                </a:solidFill>
                <a:latin typeface="Segoe UI Symbol"/>
                <a:ea typeface="Segoe UI Symbol"/>
                <a:cs typeface="Calibri"/>
              </a:rPr>
              <a:t>➢</a:t>
            </a:r>
            <a:r>
              <a:rPr lang="en-US" sz="1850" spc="10" dirty="0" err="1">
                <a:solidFill>
                  <a:srgbClr val="000000"/>
                </a:solidFill>
                <a:latin typeface="Calibri"/>
                <a:cs typeface="Calibri"/>
              </a:rPr>
              <a:t>he</a:t>
            </a:r>
            <a:r>
              <a:rPr lang="en-US" sz="1850" spc="10" dirty="0">
                <a:solidFill>
                  <a:srgbClr val="000000"/>
                </a:solidFill>
                <a:latin typeface="Calibri"/>
                <a:cs typeface="Calibri"/>
              </a:rPr>
              <a:t> system can send alerts to a </a:t>
            </a:r>
            <a:r>
              <a:rPr lang="en-US" sz="1850" spc="10" dirty="0" err="1">
                <a:solidFill>
                  <a:srgbClr val="000000"/>
                </a:solidFill>
                <a:latin typeface="Calibri"/>
                <a:cs typeface="Calibri"/>
              </a:rPr>
              <a:t>mobilephon</a:t>
            </a:r>
            <a:r>
              <a:rPr lang="en-US" sz="1850" dirty="0" err="1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lang="en-US" sz="1850" spc="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1850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en-US" sz="1850" spc="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1850" dirty="0">
                <a:solidFill>
                  <a:srgbClr val="000000"/>
                </a:solidFill>
                <a:latin typeface="Calibri"/>
                <a:cs typeface="Calibri"/>
              </a:rPr>
              <a:t>emergency</a:t>
            </a:r>
            <a:r>
              <a:rPr lang="en-US" sz="1850" spc="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1850" spc="-10" dirty="0">
                <a:solidFill>
                  <a:srgbClr val="000000"/>
                </a:solidFill>
                <a:latin typeface="Calibri"/>
                <a:cs typeface="Calibri"/>
              </a:rPr>
              <a:t>contact.</a:t>
            </a:r>
            <a:endParaRPr lang="en-US" sz="18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60375">
              <a:spcBef>
                <a:spcPts val="645"/>
              </a:spcBef>
            </a:pPr>
            <a:r>
              <a:rPr lang="en-US" sz="2150" dirty="0">
                <a:solidFill>
                  <a:srgbClr val="6F2FA0"/>
                </a:solidFill>
                <a:latin typeface="Calibri"/>
                <a:cs typeface="Calibri"/>
              </a:rPr>
              <a:t>Health</a:t>
            </a:r>
            <a:r>
              <a:rPr sz="2150" spc="18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6F2FA0"/>
                </a:solidFill>
                <a:latin typeface="Calibri"/>
                <a:cs typeface="Calibri"/>
              </a:rPr>
              <a:t>Monitoring</a:t>
            </a:r>
            <a:endParaRPr sz="2150">
              <a:latin typeface="Calibri"/>
              <a:cs typeface="Calibri"/>
            </a:endParaRPr>
          </a:p>
          <a:p>
            <a:pPr marL="76200" marR="1380490">
              <a:lnSpc>
                <a:spcPts val="1980"/>
              </a:lnSpc>
              <a:spcBef>
                <a:spcPts val="1230"/>
              </a:spcBef>
            </a:pPr>
            <a:r>
              <a:rPr sz="1850" spc="10" dirty="0">
                <a:latin typeface="Calibri"/>
                <a:cs typeface="Calibri"/>
              </a:rPr>
              <a:t>Future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spc="50" dirty="0">
                <a:latin typeface="Calibri"/>
                <a:cs typeface="Calibri"/>
              </a:rPr>
              <a:t>systems </a:t>
            </a:r>
            <a:r>
              <a:rPr sz="1850" spc="10" dirty="0" err="1">
                <a:latin typeface="Calibri"/>
                <a:cs typeface="Calibri"/>
              </a:rPr>
              <a:t>canincludesensorstomonitor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the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driver’s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health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conditions </a:t>
            </a:r>
            <a:r>
              <a:rPr sz="1850" dirty="0">
                <a:latin typeface="Calibri"/>
                <a:cs typeface="Calibri"/>
              </a:rPr>
              <a:t>such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spc="65" dirty="0">
                <a:latin typeface="Calibri"/>
                <a:cs typeface="Calibri"/>
              </a:rPr>
              <a:t>as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spc="50" dirty="0">
                <a:latin typeface="Calibri"/>
                <a:cs typeface="Calibri"/>
              </a:rPr>
              <a:t>stress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fatigue.</a:t>
            </a:r>
            <a:endParaRPr sz="1850">
              <a:latin typeface="Calibri"/>
              <a:cs typeface="Calibri"/>
            </a:endParaRPr>
          </a:p>
          <a:p>
            <a:pPr marL="408940" indent="-336550">
              <a:lnSpc>
                <a:spcPct val="100000"/>
              </a:lnSpc>
              <a:spcBef>
                <a:spcPts val="340"/>
              </a:spcBef>
              <a:buClr>
                <a:srgbClr val="1286C2"/>
              </a:buClr>
              <a:buSzPct val="123255"/>
              <a:buFont typeface="Segoe UI Symbol"/>
              <a:buChar char="➢"/>
              <a:tabLst>
                <a:tab pos="408940" algn="l"/>
              </a:tabLst>
            </a:pP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Smart</a:t>
            </a:r>
            <a:r>
              <a:rPr sz="2150" spc="21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6F2FA0"/>
                </a:solidFill>
                <a:latin typeface="Calibri"/>
                <a:cs typeface="Calibri"/>
              </a:rPr>
              <a:t>Vehicle</a:t>
            </a:r>
            <a:r>
              <a:rPr sz="2150" spc="210" dirty="0">
                <a:solidFill>
                  <a:srgbClr val="6F2FA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6F2FA0"/>
                </a:solidFill>
                <a:latin typeface="Calibri"/>
                <a:cs typeface="Calibri"/>
              </a:rPr>
              <a:t>Control</a:t>
            </a:r>
            <a:endParaRPr sz="2150">
              <a:latin typeface="Calibri"/>
              <a:cs typeface="Calibri"/>
            </a:endParaRPr>
          </a:p>
          <a:p>
            <a:pPr marL="76200" marR="1890395">
              <a:lnSpc>
                <a:spcPts val="2030"/>
              </a:lnSpc>
              <a:spcBef>
                <a:spcPts val="1000"/>
              </a:spcBef>
            </a:pPr>
            <a:r>
              <a:rPr sz="1850" dirty="0">
                <a:latin typeface="Calibri"/>
                <a:cs typeface="Calibri"/>
              </a:rPr>
              <a:t>The</a:t>
            </a:r>
            <a:r>
              <a:rPr sz="1850" spc="1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vehicle</a:t>
            </a:r>
            <a:r>
              <a:rPr sz="1850" spc="1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could</a:t>
            </a:r>
            <a:r>
              <a:rPr sz="1850" spc="1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automatically</a:t>
            </a:r>
            <a:r>
              <a:rPr sz="1850" spc="1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reduce</a:t>
            </a:r>
            <a:r>
              <a:rPr sz="1850" spc="1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speed</a:t>
            </a:r>
            <a:r>
              <a:rPr sz="1850" spc="1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</a:t>
            </a:r>
            <a:r>
              <a:rPr sz="1850" spc="1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stop</a:t>
            </a:r>
            <a:r>
              <a:rPr sz="1850" spc="1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safely</a:t>
            </a:r>
            <a:r>
              <a:rPr sz="1850" spc="15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if</a:t>
            </a:r>
            <a:r>
              <a:rPr sz="1850" spc="15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severe </a:t>
            </a:r>
            <a:r>
              <a:rPr sz="1850" dirty="0">
                <a:latin typeface="Calibri"/>
                <a:cs typeface="Calibri"/>
              </a:rPr>
              <a:t>drowsiness</a:t>
            </a:r>
            <a:r>
              <a:rPr sz="1850" spc="195" dirty="0">
                <a:latin typeface="Calibri"/>
                <a:cs typeface="Calibri"/>
              </a:rPr>
              <a:t> </a:t>
            </a:r>
            <a:r>
              <a:rPr sz="1850" spc="55" dirty="0">
                <a:latin typeface="Calibri"/>
                <a:cs typeface="Calibri"/>
              </a:rPr>
              <a:t>is</a:t>
            </a:r>
            <a:r>
              <a:rPr sz="1850" spc="19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detected.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CC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6" y="0"/>
            <a:ext cx="2562224" cy="6857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4855">
              <a:lnSpc>
                <a:spcPct val="100000"/>
              </a:lnSpc>
              <a:spcBef>
                <a:spcPts val="105"/>
              </a:spcBef>
            </a:pPr>
            <a:r>
              <a:rPr spc="105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6715" indent="77470">
              <a:lnSpc>
                <a:spcPct val="1159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185" dirty="0"/>
              <a:t> </a:t>
            </a:r>
            <a:r>
              <a:rPr spc="50" dirty="0"/>
              <a:t>system</a:t>
            </a:r>
            <a:r>
              <a:rPr spc="200" dirty="0"/>
              <a:t> </a:t>
            </a:r>
            <a:r>
              <a:rPr dirty="0"/>
              <a:t>detects</a:t>
            </a:r>
            <a:r>
              <a:rPr spc="195" dirty="0"/>
              <a:t> </a:t>
            </a:r>
            <a:r>
              <a:rPr dirty="0"/>
              <a:t>driver</a:t>
            </a:r>
            <a:r>
              <a:rPr spc="195" dirty="0"/>
              <a:t> </a:t>
            </a:r>
            <a:r>
              <a:rPr dirty="0"/>
              <a:t>drowsiness</a:t>
            </a:r>
            <a:r>
              <a:rPr spc="195" dirty="0"/>
              <a:t> </a:t>
            </a:r>
            <a:r>
              <a:rPr dirty="0"/>
              <a:t>using</a:t>
            </a:r>
            <a:r>
              <a:rPr spc="200" dirty="0"/>
              <a:t> </a:t>
            </a:r>
            <a:r>
              <a:rPr dirty="0"/>
              <a:t>facial</a:t>
            </a:r>
            <a:r>
              <a:rPr spc="195" dirty="0"/>
              <a:t> </a:t>
            </a:r>
            <a:r>
              <a:rPr spc="-10" dirty="0"/>
              <a:t>features. </a:t>
            </a:r>
            <a:r>
              <a:rPr dirty="0"/>
              <a:t>Computer</a:t>
            </a:r>
            <a:r>
              <a:rPr spc="140" dirty="0"/>
              <a:t> </a:t>
            </a:r>
            <a:r>
              <a:rPr dirty="0"/>
              <a:t>vision</a:t>
            </a:r>
            <a:r>
              <a:rPr spc="140" dirty="0"/>
              <a:t> </a:t>
            </a:r>
            <a:r>
              <a:rPr dirty="0"/>
              <a:t>tools</a:t>
            </a:r>
            <a:r>
              <a:rPr spc="140" dirty="0"/>
              <a:t> </a:t>
            </a:r>
            <a:r>
              <a:rPr dirty="0"/>
              <a:t>analyze</a:t>
            </a:r>
            <a:r>
              <a:rPr spc="135" dirty="0"/>
              <a:t> </a:t>
            </a:r>
            <a:r>
              <a:rPr dirty="0"/>
              <a:t>eye</a:t>
            </a:r>
            <a:r>
              <a:rPr spc="140" dirty="0"/>
              <a:t> </a:t>
            </a:r>
            <a:r>
              <a:rPr dirty="0"/>
              <a:t>blinking</a:t>
            </a:r>
            <a:r>
              <a:rPr spc="140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spc="-10" dirty="0"/>
              <a:t>yawning.</a:t>
            </a:r>
          </a:p>
          <a:p>
            <a:pPr marL="161925">
              <a:lnSpc>
                <a:spcPct val="100000"/>
              </a:lnSpc>
              <a:spcBef>
                <a:spcPts val="2185"/>
              </a:spcBef>
            </a:pPr>
            <a:r>
              <a:rPr dirty="0"/>
              <a:t>An</a:t>
            </a:r>
            <a:r>
              <a:rPr spc="95" dirty="0"/>
              <a:t> </a:t>
            </a:r>
            <a:r>
              <a:rPr dirty="0"/>
              <a:t>alert</a:t>
            </a:r>
            <a:r>
              <a:rPr spc="95" dirty="0"/>
              <a:t> </a:t>
            </a:r>
            <a:r>
              <a:rPr spc="80" dirty="0"/>
              <a:t>is</a:t>
            </a:r>
            <a:r>
              <a:rPr spc="95" dirty="0"/>
              <a:t> </a:t>
            </a:r>
            <a:r>
              <a:rPr dirty="0"/>
              <a:t>generated</a:t>
            </a:r>
            <a:r>
              <a:rPr spc="95" dirty="0"/>
              <a:t> </a:t>
            </a:r>
            <a:r>
              <a:rPr dirty="0"/>
              <a:t>when</a:t>
            </a:r>
            <a:r>
              <a:rPr spc="95" dirty="0"/>
              <a:t> </a:t>
            </a:r>
            <a:r>
              <a:rPr dirty="0"/>
              <a:t>drowsiness</a:t>
            </a:r>
            <a:r>
              <a:rPr spc="90" dirty="0"/>
              <a:t> </a:t>
            </a:r>
            <a:r>
              <a:rPr spc="80" dirty="0"/>
              <a:t>is</a:t>
            </a:r>
            <a:r>
              <a:rPr spc="95" dirty="0"/>
              <a:t> </a:t>
            </a:r>
            <a:r>
              <a:rPr spc="-10" dirty="0"/>
              <a:t>detected.</a:t>
            </a:r>
          </a:p>
          <a:p>
            <a:pPr marL="161925" marR="5080">
              <a:lnSpc>
                <a:spcPct val="115900"/>
              </a:lnSpc>
            </a:pPr>
            <a:r>
              <a:rPr dirty="0"/>
              <a:t>The</a:t>
            </a:r>
            <a:r>
              <a:rPr spc="75" dirty="0"/>
              <a:t> </a:t>
            </a:r>
            <a:r>
              <a:rPr spc="50" dirty="0"/>
              <a:t>system</a:t>
            </a:r>
            <a:r>
              <a:rPr spc="80" dirty="0"/>
              <a:t> </a:t>
            </a:r>
            <a:r>
              <a:rPr dirty="0"/>
              <a:t>helps</a:t>
            </a:r>
            <a:r>
              <a:rPr spc="85" dirty="0"/>
              <a:t> </a:t>
            </a:r>
            <a:r>
              <a:rPr dirty="0"/>
              <a:t>improve</a:t>
            </a:r>
            <a:r>
              <a:rPr spc="80" dirty="0"/>
              <a:t> </a:t>
            </a:r>
            <a:r>
              <a:rPr dirty="0"/>
              <a:t>road</a:t>
            </a:r>
            <a:r>
              <a:rPr spc="85" dirty="0"/>
              <a:t> </a:t>
            </a:r>
            <a:r>
              <a:rPr dirty="0"/>
              <a:t>safety</a:t>
            </a:r>
            <a:r>
              <a:rPr spc="85" dirty="0"/>
              <a:t> </a:t>
            </a:r>
            <a:r>
              <a:rPr dirty="0"/>
              <a:t>and</a:t>
            </a:r>
            <a:r>
              <a:rPr spc="80" dirty="0"/>
              <a:t> </a:t>
            </a:r>
            <a:r>
              <a:rPr dirty="0"/>
              <a:t>prevent</a:t>
            </a:r>
            <a:r>
              <a:rPr spc="85" dirty="0"/>
              <a:t> </a:t>
            </a:r>
            <a:r>
              <a:rPr spc="-10" dirty="0"/>
              <a:t>accidents. </a:t>
            </a:r>
            <a:r>
              <a:rPr dirty="0"/>
              <a:t>Future</a:t>
            </a:r>
            <a:r>
              <a:rPr spc="60" dirty="0"/>
              <a:t> </a:t>
            </a:r>
            <a:r>
              <a:rPr dirty="0"/>
              <a:t>improvements</a:t>
            </a:r>
            <a:r>
              <a:rPr spc="70" dirty="0"/>
              <a:t> </a:t>
            </a:r>
            <a:r>
              <a:rPr dirty="0"/>
              <a:t>can</a:t>
            </a:r>
            <a:r>
              <a:rPr spc="70" dirty="0"/>
              <a:t> </a:t>
            </a:r>
            <a:r>
              <a:rPr dirty="0"/>
              <a:t>make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50" dirty="0"/>
              <a:t>system</a:t>
            </a:r>
            <a:r>
              <a:rPr spc="70" dirty="0"/>
              <a:t> </a:t>
            </a:r>
            <a:r>
              <a:rPr dirty="0"/>
              <a:t>more</a:t>
            </a:r>
            <a:r>
              <a:rPr spc="70" dirty="0"/>
              <a:t> </a:t>
            </a:r>
            <a:r>
              <a:rPr spc="-10" dirty="0"/>
              <a:t>advanced </a:t>
            </a:r>
            <a:r>
              <a:rPr dirty="0"/>
              <a:t>And</a:t>
            </a:r>
            <a:r>
              <a:rPr spc="40" dirty="0"/>
              <a:t> </a:t>
            </a:r>
            <a:r>
              <a:rPr spc="-10" dirty="0"/>
              <a:t>reliable.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565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PROBLEM STATEMENTS</vt:lpstr>
      <vt:lpstr>PowerPoint Presentation</vt:lpstr>
      <vt:lpstr>SOFTWARE TOOLS</vt:lpstr>
      <vt:lpstr>HARDWARE TOOLS</vt:lpstr>
      <vt:lpstr>PowerPoint Presentation</vt:lpstr>
      <vt:lpstr>PowerPoint Presentation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miniproject sem 2 7 (1).pdf</dc:title>
  <dc:creator>Pavithra R</dc:creator>
  <cp:keywords>DAHQHalf8dM,BAG1HNhOlZw</cp:keywords>
  <cp:lastModifiedBy>pavi pavithra</cp:lastModifiedBy>
  <cp:revision>82</cp:revision>
  <dcterms:created xsi:type="dcterms:W3CDTF">2026-07-28T02:07:30Z</dcterms:created>
  <dcterms:modified xsi:type="dcterms:W3CDTF">2026-07-28T02:49:59Z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2026-07-28T00:00:00Z</vt:filetime>
  </property>
  <property fmtid="{D5CDD505-2E9C-101B-9397-08002B2CF9AE}" pid="6" name="Producer">
    <vt:lpwstr>3-Heights(TM) PDF Security Shell 4.8.25.2 (http://www.pdf-tools.com)</vt:lpwstr>
  </property>
</Properties>
</file>